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bf3d00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bf3d00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bf3d00b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bf3d00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bf3d00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bf3d00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bf3d00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bf3d00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1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Case Study 140:Expense Tracker System(C++)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Raj Bharat Rasal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 &amp; Case Background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The Challenge:</a:t>
            </a:r>
            <a:r>
              <a:rPr lang="en-GB" sz="1500">
                <a:solidFill>
                  <a:schemeClr val="dk1"/>
                </a:solidFill>
              </a:rPr>
              <a:t> Managing personal finances is a common struggle for students and professionals, often leading to lost track of spending across categories like food, transport, and utilitie</a:t>
            </a:r>
            <a:r>
              <a:rPr lang="en-GB" sz="1500">
                <a:solidFill>
                  <a:schemeClr val="dk1"/>
                </a:solidFill>
              </a:rPr>
              <a:t>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The Need:</a:t>
            </a:r>
            <a:r>
              <a:rPr lang="en-GB" sz="1500">
                <a:solidFill>
                  <a:schemeClr val="dk1"/>
                </a:solidFill>
              </a:rPr>
              <a:t> Manual tracking is tedious and error-prone; there is a clear need for a lightweight, automated tool that helps users make informed financial decisions.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Our Objective:</a:t>
            </a:r>
            <a:r>
              <a:rPr lang="en-GB" sz="1500">
                <a:solidFill>
                  <a:schemeClr val="dk1"/>
                </a:solidFill>
              </a:rPr>
              <a:t> To design a console-based C++ application that requires no external dependencies and allows for quick, local expense logging and analysis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Architecture:</a:t>
            </a:r>
            <a:r>
              <a:rPr lang="en-GB" sz="1500">
                <a:solidFill>
                  <a:schemeClr val="dk1"/>
                </a:solidFill>
              </a:rPr>
              <a:t> A modular, menu-driven application built using a layered approach (Data, Logic, and Presentation).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Data Storage:</a:t>
            </a:r>
            <a:r>
              <a:rPr lang="en-GB" sz="1500">
                <a:solidFill>
                  <a:schemeClr val="dk1"/>
                </a:solidFill>
              </a:rPr>
              <a:t> Uses two parallel arrays (</a:t>
            </a:r>
            <a:r>
              <a:rPr lang="en-GB" sz="1500">
                <a:solidFill>
                  <a:srgbClr val="188038"/>
                </a:solidFill>
              </a:rPr>
              <a:t>categories[]</a:t>
            </a:r>
            <a:r>
              <a:rPr lang="en-GB" sz="1500">
                <a:solidFill>
                  <a:schemeClr val="dk1"/>
                </a:solidFill>
              </a:rPr>
              <a:t> and </a:t>
            </a:r>
            <a:r>
              <a:rPr lang="en-GB" sz="1500">
                <a:solidFill>
                  <a:srgbClr val="188038"/>
                </a:solidFill>
              </a:rPr>
              <a:t>amounts[]</a:t>
            </a:r>
            <a:r>
              <a:rPr lang="en-GB" sz="1500">
                <a:solidFill>
                  <a:schemeClr val="dk1"/>
                </a:solidFill>
              </a:rPr>
              <a:t>) with a fixed capacity of 100 entries.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b="1" lang="en-GB" sz="1500">
                <a:solidFill>
                  <a:schemeClr val="dk1"/>
                </a:solidFill>
              </a:rPr>
              <a:t>Core Features: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Add Expense:</a:t>
            </a:r>
            <a:r>
              <a:rPr lang="en-GB" sz="1500">
                <a:solidFill>
                  <a:schemeClr val="dk1"/>
                </a:solidFill>
              </a:rPr>
              <a:t> Interactive input with real-time validation.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View Summary:</a:t>
            </a:r>
            <a:r>
              <a:rPr lang="en-GB" sz="1500">
                <a:solidFill>
                  <a:schemeClr val="dk1"/>
                </a:solidFill>
              </a:rPr>
              <a:t> Categorized aggregation and total calculation.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Normalization:</a:t>
            </a:r>
            <a:r>
              <a:rPr lang="en-GB" sz="1500">
                <a:solidFill>
                  <a:schemeClr val="dk1"/>
                </a:solidFill>
              </a:rPr>
              <a:t> Automatically formats inputs like "food" or "FOOD" into "Food" for consistency.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and Logic 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String Processing:</a:t>
            </a:r>
            <a:r>
              <a:rPr lang="en-GB" sz="1500">
                <a:solidFill>
                  <a:schemeClr val="dk1"/>
                </a:solidFill>
              </a:rPr>
              <a:t> The </a:t>
            </a:r>
            <a:r>
              <a:rPr lang="en-GB" sz="1500">
                <a:solidFill>
                  <a:srgbClr val="188038"/>
                </a:solidFill>
              </a:rPr>
              <a:t>formatCategory()</a:t>
            </a:r>
            <a:r>
              <a:rPr lang="en-GB" sz="1500">
                <a:solidFill>
                  <a:schemeClr val="dk1"/>
                </a:solidFill>
              </a:rPr>
              <a:t> function uses </a:t>
            </a:r>
            <a:r>
              <a:rPr lang="en-GB" sz="1500">
                <a:solidFill>
                  <a:srgbClr val="188038"/>
                </a:solidFill>
              </a:rPr>
              <a:t>toupper()</a:t>
            </a:r>
            <a:r>
              <a:rPr lang="en-GB" sz="1500">
                <a:solidFill>
                  <a:schemeClr val="dk1"/>
                </a:solidFill>
              </a:rPr>
              <a:t> for the first character and </a:t>
            </a:r>
            <a:r>
              <a:rPr lang="en-GB" sz="1500">
                <a:solidFill>
                  <a:srgbClr val="188038"/>
                </a:solidFill>
              </a:rPr>
              <a:t>tolower()</a:t>
            </a:r>
            <a:r>
              <a:rPr lang="en-GB" sz="1500">
                <a:solidFill>
                  <a:schemeClr val="dk1"/>
                </a:solidFill>
              </a:rPr>
              <a:t> for the rest to normalize data entry.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Category Aggregation:</a:t>
            </a:r>
            <a:r>
              <a:rPr lang="en-GB" sz="1500">
                <a:solidFill>
                  <a:schemeClr val="dk1"/>
                </a:solidFill>
              </a:rPr>
              <a:t> Employs a linear search algorithm to group expenses. It iterates through identified unique categories and increments totals or adds new categories as needed.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Input Defense:</a:t>
            </a:r>
            <a:r>
              <a:rPr lang="en-GB" sz="1500">
                <a:solidFill>
                  <a:schemeClr val="dk1"/>
                </a:solidFill>
              </a:rPr>
              <a:t> A robust </a:t>
            </a:r>
            <a:r>
              <a:rPr lang="en-GB" sz="1500">
                <a:solidFill>
                  <a:srgbClr val="188038"/>
                </a:solidFill>
              </a:rPr>
              <a:t>while</a:t>
            </a:r>
            <a:r>
              <a:rPr lang="en-GB" sz="1500">
                <a:solidFill>
                  <a:schemeClr val="dk1"/>
                </a:solidFill>
              </a:rPr>
              <a:t> loop combined with </a:t>
            </a:r>
            <a:r>
              <a:rPr lang="en-GB" sz="1500">
                <a:solidFill>
                  <a:srgbClr val="188038"/>
                </a:solidFill>
              </a:rPr>
              <a:t>cin.clear()</a:t>
            </a:r>
            <a:r>
              <a:rPr lang="en-GB" sz="1500">
                <a:solidFill>
                  <a:schemeClr val="dk1"/>
                </a:solidFill>
              </a:rPr>
              <a:t> and </a:t>
            </a:r>
            <a:r>
              <a:rPr lang="en-GB" sz="1500">
                <a:solidFill>
                  <a:srgbClr val="188038"/>
                </a:solidFill>
              </a:rPr>
              <a:t>cin.ignore()</a:t>
            </a:r>
            <a:r>
              <a:rPr lang="en-GB" sz="1500">
                <a:solidFill>
                  <a:schemeClr val="dk1"/>
                </a:solidFill>
              </a:rPr>
              <a:t> prevents program crashes by flushing the buffer when invalid or negative numeric values are entered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Result and Conclusion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Key Findings:</a:t>
            </a:r>
            <a:r>
              <a:rPr lang="en-GB" sz="1500">
                <a:solidFill>
                  <a:schemeClr val="dk1"/>
                </a:solidFill>
              </a:rPr>
              <a:t> The system successfully eliminates duplicate categories through normalization and prevents runtime errors via stream-state checking.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Project Outcome:</a:t>
            </a:r>
            <a:r>
              <a:rPr lang="en-GB" sz="1500">
                <a:solidFill>
                  <a:schemeClr val="dk1"/>
                </a:solidFill>
              </a:rPr>
              <a:t> The application provides a smooth, repeatable user experience using a </a:t>
            </a:r>
            <a:r>
              <a:rPr lang="en-GB" sz="1500">
                <a:solidFill>
                  <a:srgbClr val="188038"/>
                </a:solidFill>
              </a:rPr>
              <a:t>do-while</a:t>
            </a:r>
            <a:r>
              <a:rPr lang="en-GB" sz="1500">
                <a:solidFill>
                  <a:schemeClr val="dk1"/>
                </a:solidFill>
              </a:rPr>
              <a:t> menu loop, fulfilling all Semester II B.Tech CSE objectives.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b="1" lang="en-GB" sz="1500">
                <a:solidFill>
                  <a:schemeClr val="dk1"/>
                </a:solidFill>
              </a:rPr>
              <a:t>Future Scope:</a:t>
            </a:r>
            <a:r>
              <a:rPr lang="en-GB" sz="1500">
                <a:solidFill>
                  <a:schemeClr val="dk1"/>
                </a:solidFill>
              </a:rPr>
              <a:t> The design provides a foundation for adding file-based data persistence (saving your data), date-wise filtering, or even a Graphical User Interface (GUI).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5" name="Google Shape;85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